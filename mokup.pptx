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17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06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74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062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47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75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47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9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8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07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16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4B6EA-461E-40C4-890F-5439FEDF1085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56139-D207-4B0E-9E1F-3C03417E6B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044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61" y="1620204"/>
            <a:ext cx="5934903" cy="80973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24051" y="1753611"/>
            <a:ext cx="795337" cy="523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25" y="1726491"/>
            <a:ext cx="484188" cy="29858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99" y="2106036"/>
            <a:ext cx="183946" cy="14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9899" y="2077431"/>
            <a:ext cx="7553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err="1" smtClean="0"/>
              <a:t>외부업체</a:t>
            </a:r>
            <a:r>
              <a:rPr lang="ko-KR" altLang="en-US" sz="700" dirty="0" smtClean="0"/>
              <a:t> 점검</a:t>
            </a:r>
            <a:endParaRPr lang="ko-KR" altLang="en-US" sz="7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50" y="196933"/>
            <a:ext cx="6011114" cy="866896"/>
          </a:xfrm>
          <a:prstGeom prst="rect">
            <a:avLst/>
          </a:prstGeom>
        </p:spPr>
      </p:pic>
      <p:sp>
        <p:nvSpPr>
          <p:cNvPr id="11" name="아래쪽 화살표 10"/>
          <p:cNvSpPr/>
          <p:nvPr/>
        </p:nvSpPr>
        <p:spPr>
          <a:xfrm>
            <a:off x="2706254" y="1154545"/>
            <a:ext cx="942109" cy="3694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48363" y="11545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변경필요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64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kospo3473</dc:creator>
  <cp:lastModifiedBy>kospo3473</cp:lastModifiedBy>
  <cp:revision>3</cp:revision>
  <dcterms:created xsi:type="dcterms:W3CDTF">2025-12-16T23:59:12Z</dcterms:created>
  <dcterms:modified xsi:type="dcterms:W3CDTF">2025-12-17T00:46:00Z</dcterms:modified>
</cp:coreProperties>
</file>